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F4E89-AD24-F1D6-13B4-CD1C496954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75652A-5A7B-4685-D65D-F4D4C6FB09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E8AB0-CDB0-B0BF-D42A-F3043C070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86B55-7590-4B9A-BD38-DBAA70E3F39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7A455-DDF5-50B5-EBD0-7205F73E7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E3814-85A3-BAC2-CC62-A112543F0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8173B-6C57-489E-B549-D563FBBD85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5779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D7F4C-9384-7271-7091-F0B565663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B532B-62B3-C0E0-2FF9-5A47868C7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2BCE1-DBEA-AE3D-53E8-82DE5FFC3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86B55-7590-4B9A-BD38-DBAA70E3F39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3DC05-85AA-90E5-9A6C-F30CD00C3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C00B7-2541-A150-7884-DA5EAA6AB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8173B-6C57-489E-B549-D563FBBD85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4639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8F753-AC75-B34D-227E-DE562EE04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31E86B-F7C0-6682-3747-3EC539892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753FA8-398F-5FCF-825E-7C4856378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86B55-7590-4B9A-BD38-DBAA70E3F39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C4A20F-58E0-6F65-E952-B08ACCF10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FDFA6-1440-385E-F881-2C8420FA1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8173B-6C57-489E-B549-D563FBBD85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8276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18254-2646-E450-B6D4-CA5FBE77A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78513-DFB5-21D0-FBB5-8D2F5F7121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D82872-73B5-3D62-4BC2-D0636CCB05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9CFAA9-1A51-C957-2C63-70536A685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86B55-7590-4B9A-BD38-DBAA70E3F39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0CA8E4-ADC3-9B0D-88C4-091380D02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490FB5-7196-FC0B-82EE-2C1E59132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8173B-6C57-489E-B549-D563FBBD85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7051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B0A8E-D931-43A9-075B-13538B69C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8038A6-5710-25E8-3DED-7E20D904E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450A95-222A-2508-DB9E-ADFA9BF024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F9C495-B5F1-309D-54CF-03ACAAECE1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0DE8D6-86F3-9BF4-C4F8-464141D6F2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FBC60F-7625-AEAE-1C0B-6D8C6A25B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86B55-7590-4B9A-BD38-DBAA70E3F39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621726-8124-83A6-C0E9-75CDAC202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35D59C-8EF7-F950-2044-D8F22ABCB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8173B-6C57-489E-B549-D563FBBD85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03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DB3A1-D13A-EC64-728A-E63F4A536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FBB4DC-ED6E-718F-0BA9-E317B8EC2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86B55-7590-4B9A-BD38-DBAA70E3F39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A51034-123B-B320-7780-A21946404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80E911-F228-EC8D-7174-4B78B0E54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8173B-6C57-489E-B549-D563FBBD85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644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4BF2A8-726C-F4DF-1887-07AE6F587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86B55-7590-4B9A-BD38-DBAA70E3F39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BC985B-AB64-2F04-833E-91657B9F0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428BD-7C6A-3467-2A60-48F0CF66D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8173B-6C57-489E-B549-D563FBBD85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3417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60A90-B9E2-21D9-2D35-81FCDBA86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115AE-0928-8F15-9D80-C14FE7AF5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E9FFCB-53A1-4977-C971-798563E3C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64C887-9FA6-AFAD-4129-1557F2A62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86B55-7590-4B9A-BD38-DBAA70E3F39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8EF879-D6FB-F164-6960-DCED75FA9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10B5-9D40-E4F9-36D5-013535BC6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8173B-6C57-489E-B549-D563FBBD85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773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247A1-F6CA-2A2B-96D9-56CAB19FE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BE1F02-66CB-5218-A0A1-9A87E52EC3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065C9D-BC5A-94D6-D9D1-F93CAAC97F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BF6BB2-74E5-3ED1-15C1-0DA87EA6A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86B55-7590-4B9A-BD38-DBAA70E3F39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38C18E-55DC-3B99-D378-8CB7D507E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B18BF1-AA2E-A294-0105-0C229909B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8173B-6C57-489E-B549-D563FBBD85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1502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5A1FB-D93A-4305-3A3B-DEF2757C5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8FBEE6-3911-30FC-6AFB-77F72B75CD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E4B716-AE2C-82E0-936A-D1403B015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86B55-7590-4B9A-BD38-DBAA70E3F39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0CCF79-A88B-12F4-D25D-2A1117084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7A10F-7996-A5A1-5D06-E78413671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8173B-6C57-489E-B549-D563FBBD85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2251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F7211D-F3D9-4F44-BB29-743607DB47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D1AE3E-7DE0-D614-E7D7-F6FBD4445D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909F62-ADBD-3B8C-1E65-85AF9ED2C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86B55-7590-4B9A-BD38-DBAA70E3F39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DD5CE-A5A5-2EF4-5834-F02BD5D86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101EE-1709-9DFB-0EE6-130386495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8173B-6C57-489E-B549-D563FBBD85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6510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909CAB-1BF6-33A3-3A8F-49BF0014E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484631-3F16-5EA4-4874-5ABA41AF1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D498B-CED5-02A9-AF53-C694BC55E3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86B55-7590-4B9A-BD38-DBAA70E3F39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6D899-426D-0820-4213-103A86A6E1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AD416-8979-7C3D-2657-05031CB3EE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78173B-6C57-489E-B549-D563FBBD85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785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F5BA0B-09EA-9125-2665-B20CBEA01985}"/>
              </a:ext>
            </a:extLst>
          </p:cNvPr>
          <p:cNvSpPr txBox="1"/>
          <p:nvPr/>
        </p:nvSpPr>
        <p:spPr>
          <a:xfrm>
            <a:off x="172720" y="180488"/>
            <a:ext cx="11399520" cy="6341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4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Important Instructions for Students</a:t>
            </a:r>
            <a:endParaRPr lang="en-IN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Internship Evaluation is </a:t>
            </a:r>
            <a:r>
              <a:rPr lang="en-IN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mandatory</a:t>
            </a: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for all students as it is a part of the university curriculum. </a:t>
            </a: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Students must appear for the evaluation as per the notified schedule. </a:t>
            </a: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Students should upload all required documents before the evaluation. </a:t>
            </a: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Evaluation will be conducted strictly according to the </a:t>
            </a:r>
            <a:r>
              <a:rPr lang="en-IN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Nominal Roll</a:t>
            </a: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Non-submission of mandatory documents or absence during evaluation may result in the internship being treated as </a:t>
            </a:r>
            <a:r>
              <a:rPr lang="en-IN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incomplete</a:t>
            </a: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as per university regulations. </a:t>
            </a: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Students are advised to adhere strictly to the prescribed timelines for submission and evaluation.</a:t>
            </a:r>
          </a:p>
        </p:txBody>
      </p:sp>
    </p:spTree>
    <p:extLst>
      <p:ext uri="{BB962C8B-B14F-4D97-AF65-F5344CB8AC3E}">
        <p14:creationId xmlns:p14="http://schemas.microsoft.com/office/powerpoint/2010/main" val="666715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6F0C73B-5D35-B752-B7FB-8A0A86B8DB3F}"/>
              </a:ext>
            </a:extLst>
          </p:cNvPr>
          <p:cNvSpPr txBox="1"/>
          <p:nvPr/>
        </p:nvSpPr>
        <p:spPr>
          <a:xfrm>
            <a:off x="269240" y="243512"/>
            <a:ext cx="1165352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IN" sz="2400" dirty="0"/>
          </a:p>
          <a:p>
            <a:pPr algn="just"/>
            <a:r>
              <a:rPr lang="en-IN" sz="2400" dirty="0"/>
              <a:t>Dear Students,</a:t>
            </a:r>
          </a:p>
          <a:p>
            <a:pPr algn="just"/>
            <a:endParaRPr lang="en-IN" sz="2400" dirty="0"/>
          </a:p>
          <a:p>
            <a:pPr algn="just"/>
            <a:r>
              <a:rPr lang="en-IN" sz="2400" dirty="0"/>
              <a:t>Your Social Internship (IT105P) presentations will commence on  </a:t>
            </a:r>
            <a:r>
              <a:rPr lang="en-IN" sz="2400" b="1" dirty="0"/>
              <a:t>05,06,07,10 Aug 2026. </a:t>
            </a:r>
          </a:p>
          <a:p>
            <a:pPr algn="just"/>
            <a:r>
              <a:rPr lang="en-IN" sz="2400" dirty="0"/>
              <a:t>Time: 11  AM- 1:00  PM. </a:t>
            </a:r>
          </a:p>
          <a:p>
            <a:pPr algn="just"/>
            <a:endParaRPr lang="en-IN" sz="2400" dirty="0"/>
          </a:p>
          <a:p>
            <a:pPr algn="just"/>
            <a:r>
              <a:rPr lang="en-IN" sz="2400" dirty="0"/>
              <a:t>Please ensure that you have the following mandatory submissions ready before your presentation:</a:t>
            </a:r>
          </a:p>
          <a:p>
            <a:pPr algn="just"/>
            <a:endParaRPr lang="en-IN" sz="2400" dirty="0"/>
          </a:p>
          <a:p>
            <a:pPr lvl="1"/>
            <a:r>
              <a:rPr lang="en-IN" sz="2400" dirty="0"/>
              <a:t>Report with Geo-tagged Photos                               – </a:t>
            </a:r>
            <a:r>
              <a:rPr lang="en-IN" sz="2400" b="1" dirty="0"/>
              <a:t>20 Marks</a:t>
            </a:r>
            <a:r>
              <a:rPr lang="en-IN" sz="2400" dirty="0"/>
              <a:t> </a:t>
            </a:r>
          </a:p>
          <a:p>
            <a:pPr lvl="1"/>
            <a:r>
              <a:rPr lang="en-IN" sz="2400" dirty="0"/>
              <a:t>Internship Diary &amp; Video                                          – </a:t>
            </a:r>
            <a:r>
              <a:rPr lang="en-IN" sz="2400" b="1" dirty="0"/>
              <a:t>10 Marks</a:t>
            </a:r>
            <a:r>
              <a:rPr lang="en-IN" sz="2400" dirty="0"/>
              <a:t> </a:t>
            </a:r>
          </a:p>
          <a:p>
            <a:pPr lvl="1"/>
            <a:r>
              <a:rPr lang="en-IN" sz="2400" dirty="0"/>
              <a:t>Presentation &amp; Viva/Q&amp;A                                        – </a:t>
            </a:r>
            <a:r>
              <a:rPr lang="en-IN" sz="2400" b="1" dirty="0"/>
              <a:t>20 Marks</a:t>
            </a:r>
            <a:r>
              <a:rPr lang="en-IN" sz="2400" dirty="0"/>
              <a:t> </a:t>
            </a:r>
          </a:p>
          <a:p>
            <a:pPr algn="just"/>
            <a:endParaRPr lang="en-IN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highlight>
                  <a:srgbClr val="FFFF00"/>
                </a:highlight>
              </a:rPr>
              <a:t>Presentation (PPT) prepared in the prescribed format</a:t>
            </a:r>
          </a:p>
          <a:p>
            <a:pPr algn="just"/>
            <a:endParaRPr lang="en-IN" sz="2400" dirty="0"/>
          </a:p>
          <a:p>
            <a:pPr algn="just"/>
            <a:r>
              <a:rPr lang="en-IN" sz="2400" dirty="0"/>
              <a:t>Please keep all the above documents and your presentation ready on the day of your presentation.</a:t>
            </a:r>
          </a:p>
        </p:txBody>
      </p:sp>
    </p:spTree>
    <p:extLst>
      <p:ext uri="{BB962C8B-B14F-4D97-AF65-F5344CB8AC3E}">
        <p14:creationId xmlns:p14="http://schemas.microsoft.com/office/powerpoint/2010/main" val="3776406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778B98-2E44-4A33-B573-57FCE6E81C27}"/>
              </a:ext>
            </a:extLst>
          </p:cNvPr>
          <p:cNvSpPr txBox="1"/>
          <p:nvPr/>
        </p:nvSpPr>
        <p:spPr>
          <a:xfrm>
            <a:off x="223520" y="955654"/>
            <a:ext cx="1120648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4000" dirty="0"/>
              <a:t>For a </a:t>
            </a:r>
            <a:r>
              <a:rPr lang="en-IN" sz="4000" b="1" dirty="0"/>
              <a:t>5-minute Social Internship presentation</a:t>
            </a:r>
            <a:r>
              <a:rPr lang="en-IN" sz="4000" dirty="0"/>
              <a:t>, aim for </a:t>
            </a:r>
            <a:r>
              <a:rPr lang="en-IN" sz="4000" b="1" dirty="0"/>
              <a:t>8–10 slides</a:t>
            </a:r>
            <a:r>
              <a:rPr lang="en-IN" sz="4000" dirty="0"/>
              <a:t>. </a:t>
            </a:r>
          </a:p>
          <a:p>
            <a:pPr algn="just"/>
            <a:endParaRPr lang="en-IN" sz="4000" dirty="0"/>
          </a:p>
          <a:p>
            <a:pPr marL="571500" indent="-571500" algn="just">
              <a:buFontTx/>
              <a:buChar char="-"/>
            </a:pPr>
            <a:r>
              <a:rPr lang="en-IN" sz="4000" dirty="0"/>
              <a:t>Spend about </a:t>
            </a:r>
            <a:r>
              <a:rPr lang="en-IN" sz="4000" b="1" dirty="0"/>
              <a:t>30–40 seconds per slide</a:t>
            </a:r>
            <a:r>
              <a:rPr lang="en-IN" sz="4000" dirty="0"/>
              <a:t>. </a:t>
            </a:r>
          </a:p>
          <a:p>
            <a:pPr marL="571500" indent="-571500" algn="just">
              <a:buFontTx/>
              <a:buChar char="-"/>
            </a:pPr>
            <a:r>
              <a:rPr lang="en-IN" sz="4000" dirty="0"/>
              <a:t>Keep it visual and avoid overcrowding with text.</a:t>
            </a:r>
          </a:p>
        </p:txBody>
      </p:sp>
    </p:spTree>
    <p:extLst>
      <p:ext uri="{BB962C8B-B14F-4D97-AF65-F5344CB8AC3E}">
        <p14:creationId xmlns:p14="http://schemas.microsoft.com/office/powerpoint/2010/main" val="3254388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3DA988C-A54A-35A2-4C40-F729614F0302}"/>
              </a:ext>
            </a:extLst>
          </p:cNvPr>
          <p:cNvSpPr txBox="1"/>
          <p:nvPr/>
        </p:nvSpPr>
        <p:spPr>
          <a:xfrm>
            <a:off x="233680" y="242283"/>
            <a:ext cx="11602720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3200" b="1" dirty="0"/>
              <a:t>Social Internship Report &amp; PPT Instructions</a:t>
            </a:r>
          </a:p>
          <a:p>
            <a:pPr>
              <a:buNone/>
            </a:pPr>
            <a:r>
              <a:rPr lang="en-IN" sz="2800" b="1" dirty="0"/>
              <a:t>Internship Report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Use simple and clear English.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Write in your own words.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Add relevant geotag photographs where required.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Keep the report neat and properly formatted.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Use the following headings: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IN" sz="2400" dirty="0"/>
              <a:t>Introduction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IN" sz="2400" dirty="0"/>
              <a:t>About the Organization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IN" sz="2400" dirty="0"/>
              <a:t>Objectives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IN" sz="2400" dirty="0"/>
              <a:t>Activities Performed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IN" sz="2400" dirty="0"/>
              <a:t>Work Process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IN" sz="2400" dirty="0"/>
              <a:t>Results/Impact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IN" sz="2400" dirty="0"/>
              <a:t>Learning Outcomes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IN" sz="2400" dirty="0"/>
              <a:t>Challenges Faced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IN" sz="24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498937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69B9B5-132D-EB62-6713-D4392CAC8229}"/>
              </a:ext>
            </a:extLst>
          </p:cNvPr>
          <p:cNvSpPr txBox="1"/>
          <p:nvPr/>
        </p:nvSpPr>
        <p:spPr>
          <a:xfrm>
            <a:off x="487680" y="301119"/>
            <a:ext cx="11287760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3600" b="1" dirty="0"/>
              <a:t>PowerPoint Presentation (5 Minutes)</a:t>
            </a:r>
          </a:p>
          <a:p>
            <a:pPr>
              <a:buNone/>
            </a:pPr>
            <a:endParaRPr lang="en-IN" sz="2800" b="1" dirty="0"/>
          </a:p>
          <a:p>
            <a:pPr>
              <a:buNone/>
            </a:pPr>
            <a:r>
              <a:rPr lang="en-IN" sz="2800" b="1" dirty="0"/>
              <a:t>Maximum 8–10 slides</a:t>
            </a:r>
          </a:p>
          <a:p>
            <a:pPr>
              <a:buNone/>
            </a:pPr>
            <a:endParaRPr lang="en-IN" sz="2800" dirty="0"/>
          </a:p>
          <a:p>
            <a:pPr marL="342900" lvl="0" indent="-342900">
              <a:buFont typeface="+mj-lt"/>
              <a:buAutoNum type="arabicPeriod"/>
            </a:pPr>
            <a:r>
              <a:rPr lang="en-IN" sz="2800" dirty="0"/>
              <a:t>Title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800" dirty="0"/>
              <a:t>About the Organization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800" dirty="0"/>
              <a:t>Objectives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800" dirty="0"/>
              <a:t>Activities Performed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800" dirty="0"/>
              <a:t>Work Process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800" dirty="0"/>
              <a:t>Results/Impact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800" dirty="0"/>
              <a:t>Learning Outcomes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800" dirty="0"/>
              <a:t>Conclusion &amp; Thank You</a:t>
            </a:r>
          </a:p>
        </p:txBody>
      </p:sp>
    </p:spTree>
    <p:extLst>
      <p:ext uri="{BB962C8B-B14F-4D97-AF65-F5344CB8AC3E}">
        <p14:creationId xmlns:p14="http://schemas.microsoft.com/office/powerpoint/2010/main" val="1882578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556</TotalTime>
  <Words>292</Words>
  <Application>Microsoft Office PowerPoint</Application>
  <PresentationFormat>Widescreen</PresentationFormat>
  <Paragraphs>54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Symbol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Abhishek Maitrey</dc:creator>
  <cp:lastModifiedBy>Abhishek Maitrey</cp:lastModifiedBy>
  <cp:revision>7</cp:revision>
  <dcterms:created xsi:type="dcterms:W3CDTF">2026-08-03T18:13:37Z</dcterms:created>
  <dcterms:modified xsi:type="dcterms:W3CDTF">2026-08-04T12:42:02Z</dcterms:modified>
</cp:coreProperties>
</file>