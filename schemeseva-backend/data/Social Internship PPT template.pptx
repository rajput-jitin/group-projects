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71" r:id="rId4"/>
    <p:sldId id="272" r:id="rId5"/>
    <p:sldId id="282" r:id="rId6"/>
    <p:sldId id="280" r:id="rId7"/>
    <p:sldId id="281" r:id="rId8"/>
    <p:sldId id="285" r:id="rId9"/>
    <p:sldId id="283" r:id="rId10"/>
    <p:sldId id="28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dDu4N0zo7IqSuLWkEK/yb4V+m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E385A4-83E9-42F6-A5C7-59625E7CF996}">
  <a:tblStyle styleId="{BAE385A4-83E9-42F6-A5C7-59625E7CF9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846151-BAE1-4A7A-AD17-258F63CE43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55" autoAdjust="0"/>
  </p:normalViewPr>
  <p:slideViewPr>
    <p:cSldViewPr snapToGrid="0">
      <p:cViewPr varScale="1">
        <p:scale>
          <a:sx n="56" d="100"/>
          <a:sy n="56" d="100"/>
        </p:scale>
        <p:origin x="104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riya Dubey" userId="dee94a3ce776997e" providerId="LiveId" clId="{67EAF500-BB9E-4128-A79F-7848742368AA}"/>
    <pc:docChg chg="custSel addSld modSld sldOrd">
      <pc:chgData name="Supriya Dubey" userId="dee94a3ce776997e" providerId="LiveId" clId="{67EAF500-BB9E-4128-A79F-7848742368AA}" dt="2025-08-08T07:22:32.022" v="186" actId="20577"/>
      <pc:docMkLst>
        <pc:docMk/>
      </pc:docMkLst>
      <pc:sldChg chg="delSp modSp mod">
        <pc:chgData name="Supriya Dubey" userId="dee94a3ce776997e" providerId="LiveId" clId="{67EAF500-BB9E-4128-A79F-7848742368AA}" dt="2025-08-08T07:10:29.562" v="2" actId="478"/>
        <pc:sldMkLst>
          <pc:docMk/>
          <pc:sldMk cId="0" sldId="256"/>
        </pc:sldMkLst>
        <pc:spChg chg="del mod">
          <ac:chgData name="Supriya Dubey" userId="dee94a3ce776997e" providerId="LiveId" clId="{67EAF500-BB9E-4128-A79F-7848742368AA}" dt="2025-08-08T07:10:29.562" v="2" actId="478"/>
          <ac:spMkLst>
            <pc:docMk/>
            <pc:sldMk cId="0" sldId="256"/>
            <ac:spMk id="99" creationId="{00000000-0000-0000-0000-000000000000}"/>
          </ac:spMkLst>
        </pc:spChg>
      </pc:sldChg>
      <pc:sldChg chg="ord">
        <pc:chgData name="Supriya Dubey" userId="dee94a3ce776997e" providerId="LiveId" clId="{67EAF500-BB9E-4128-A79F-7848742368AA}" dt="2025-08-08T07:14:22.371" v="4"/>
        <pc:sldMkLst>
          <pc:docMk/>
          <pc:sldMk cId="967778550" sldId="282"/>
        </pc:sldMkLst>
      </pc:sldChg>
      <pc:sldChg chg="delSp modSp new mod">
        <pc:chgData name="Supriya Dubey" userId="dee94a3ce776997e" providerId="LiveId" clId="{67EAF500-BB9E-4128-A79F-7848742368AA}" dt="2025-08-08T07:22:32.022" v="186" actId="20577"/>
        <pc:sldMkLst>
          <pc:docMk/>
          <pc:sldMk cId="3793393631" sldId="285"/>
        </pc:sldMkLst>
        <pc:spChg chg="mod">
          <ac:chgData name="Supriya Dubey" userId="dee94a3ce776997e" providerId="LiveId" clId="{67EAF500-BB9E-4128-A79F-7848742368AA}" dt="2025-08-08T07:20:16.928" v="155" actId="20577"/>
          <ac:spMkLst>
            <pc:docMk/>
            <pc:sldMk cId="3793393631" sldId="285"/>
            <ac:spMk id="2" creationId="{710A4101-338A-48B0-22EB-D9329C9816FA}"/>
          </ac:spMkLst>
        </pc:spChg>
        <pc:spChg chg="mod">
          <ac:chgData name="Supriya Dubey" userId="dee94a3ce776997e" providerId="LiveId" clId="{67EAF500-BB9E-4128-A79F-7848742368AA}" dt="2025-08-08T07:22:32.022" v="186" actId="20577"/>
          <ac:spMkLst>
            <pc:docMk/>
            <pc:sldMk cId="3793393631" sldId="285"/>
            <ac:spMk id="3" creationId="{2BAFF04C-EB33-6BB7-4F80-925017D0CC1D}"/>
          </ac:spMkLst>
        </pc:spChg>
        <pc:spChg chg="del">
          <ac:chgData name="Supriya Dubey" userId="dee94a3ce776997e" providerId="LiveId" clId="{67EAF500-BB9E-4128-A79F-7848742368AA}" dt="2025-08-08T07:20:04.358" v="153" actId="478"/>
          <ac:spMkLst>
            <pc:docMk/>
            <pc:sldMk cId="3793393631" sldId="285"/>
            <ac:spMk id="4" creationId="{77D112E6-09DA-1F9C-C796-A4FDDA2B88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842963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/>
          <p:nvPr/>
        </p:nvSpPr>
        <p:spPr>
          <a:xfrm>
            <a:off x="11366500" y="5867400"/>
            <a:ext cx="330200" cy="309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60000" y="15000"/>
                </a:moveTo>
                <a:lnTo>
                  <a:pt x="17812" y="60000"/>
                </a:lnTo>
                <a:lnTo>
                  <a:pt x="28359" y="60000"/>
                </a:lnTo>
                <a:lnTo>
                  <a:pt x="28359" y="105000"/>
                </a:lnTo>
                <a:lnTo>
                  <a:pt x="91641" y="105000"/>
                </a:lnTo>
                <a:lnTo>
                  <a:pt x="91641" y="60000"/>
                </a:lnTo>
                <a:lnTo>
                  <a:pt x="102188" y="60000"/>
                </a:lnTo>
                <a:lnTo>
                  <a:pt x="86367" y="43125"/>
                </a:lnTo>
                <a:lnTo>
                  <a:pt x="86367" y="20625"/>
                </a:lnTo>
                <a:lnTo>
                  <a:pt x="75820" y="20625"/>
                </a:lnTo>
                <a:lnTo>
                  <a:pt x="75820" y="31875"/>
                </a:lnTo>
                <a:close/>
              </a:path>
              <a:path w="120000" h="120000" fill="darkenLess" extrusionOk="0">
                <a:moveTo>
                  <a:pt x="86367" y="43125"/>
                </a:moveTo>
                <a:lnTo>
                  <a:pt x="86367" y="20625"/>
                </a:lnTo>
                <a:lnTo>
                  <a:pt x="75820" y="20625"/>
                </a:lnTo>
                <a:lnTo>
                  <a:pt x="75820" y="31875"/>
                </a:lnTo>
                <a:close/>
                <a:moveTo>
                  <a:pt x="28359" y="60000"/>
                </a:moveTo>
                <a:lnTo>
                  <a:pt x="28359" y="105000"/>
                </a:lnTo>
                <a:lnTo>
                  <a:pt x="54727" y="105000"/>
                </a:lnTo>
                <a:lnTo>
                  <a:pt x="54727" y="82500"/>
                </a:lnTo>
                <a:lnTo>
                  <a:pt x="65273" y="82500"/>
                </a:lnTo>
                <a:lnTo>
                  <a:pt x="65273" y="105000"/>
                </a:lnTo>
                <a:lnTo>
                  <a:pt x="91641" y="105000"/>
                </a:lnTo>
                <a:lnTo>
                  <a:pt x="91641" y="60000"/>
                </a:lnTo>
                <a:close/>
              </a:path>
              <a:path w="120000" h="120000" fill="darken" extrusionOk="0">
                <a:moveTo>
                  <a:pt x="60000" y="15000"/>
                </a:moveTo>
                <a:lnTo>
                  <a:pt x="17812" y="60000"/>
                </a:lnTo>
                <a:lnTo>
                  <a:pt x="102188" y="60000"/>
                </a:lnTo>
                <a:close/>
                <a:moveTo>
                  <a:pt x="54727" y="82500"/>
                </a:moveTo>
                <a:lnTo>
                  <a:pt x="65273" y="82500"/>
                </a:lnTo>
                <a:lnTo>
                  <a:pt x="65273" y="105000"/>
                </a:lnTo>
                <a:lnTo>
                  <a:pt x="54727" y="105000"/>
                </a:lnTo>
                <a:close/>
              </a:path>
              <a:path w="120000" h="120000" fill="none" extrusionOk="0">
                <a:moveTo>
                  <a:pt x="60000" y="15000"/>
                </a:moveTo>
                <a:lnTo>
                  <a:pt x="75820" y="31875"/>
                </a:lnTo>
                <a:lnTo>
                  <a:pt x="75820" y="20625"/>
                </a:lnTo>
                <a:lnTo>
                  <a:pt x="86367" y="20625"/>
                </a:lnTo>
                <a:lnTo>
                  <a:pt x="86367" y="43125"/>
                </a:lnTo>
                <a:lnTo>
                  <a:pt x="102188" y="60000"/>
                </a:lnTo>
                <a:lnTo>
                  <a:pt x="91641" y="60000"/>
                </a:lnTo>
                <a:lnTo>
                  <a:pt x="91641" y="105000"/>
                </a:lnTo>
                <a:lnTo>
                  <a:pt x="28359" y="105000"/>
                </a:lnTo>
                <a:lnTo>
                  <a:pt x="28359" y="60000"/>
                </a:lnTo>
                <a:lnTo>
                  <a:pt x="17812" y="60000"/>
                </a:lnTo>
                <a:close/>
                <a:moveTo>
                  <a:pt x="75820" y="31875"/>
                </a:moveTo>
                <a:lnTo>
                  <a:pt x="86367" y="43125"/>
                </a:lnTo>
                <a:moveTo>
                  <a:pt x="91641" y="60000"/>
                </a:moveTo>
                <a:lnTo>
                  <a:pt x="28359" y="60000"/>
                </a:lnTo>
                <a:moveTo>
                  <a:pt x="54727" y="105000"/>
                </a:moveTo>
                <a:lnTo>
                  <a:pt x="54727" y="82500"/>
                </a:lnTo>
                <a:lnTo>
                  <a:pt x="65273" y="82500"/>
                </a:lnTo>
                <a:lnTo>
                  <a:pt x="65273" y="105000"/>
                </a:lnTo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ABF8E"/>
          </a:solidFill>
          <a:ln w="12700" cap="flat" cmpd="sng">
            <a:solidFill>
              <a:srgbClr val="395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842963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6612" y="668337"/>
            <a:ext cx="10518776" cy="1022351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842963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6612" y="647114"/>
            <a:ext cx="3935413" cy="1410286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836612" y="675248"/>
            <a:ext cx="3935413" cy="1382151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842963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 rot="5400000">
            <a:off x="3769519" y="-1407318"/>
            <a:ext cx="4652963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title"/>
          </p:nvPr>
        </p:nvSpPr>
        <p:spPr>
          <a:xfrm rot="5400000">
            <a:off x="7281460" y="2104621"/>
            <a:ext cx="5515781" cy="2628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 rot="5400000">
            <a:off x="1966509" y="-467128"/>
            <a:ext cx="5515782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38200" cy="68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8FB"/>
            </a:gs>
            <a:gs pos="74000">
              <a:srgbClr val="AEC5E1"/>
            </a:gs>
            <a:gs pos="83000">
              <a:srgbClr val="AEC5E1"/>
            </a:gs>
            <a:gs pos="100000">
              <a:srgbClr val="C8D8EB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838200" y="681037"/>
            <a:ext cx="10515600" cy="549592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95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842963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imes New Roman"/>
              <a:buNone/>
              <a:defRPr sz="30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219" y="865661"/>
            <a:ext cx="5319561" cy="171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1103099" y="2391394"/>
            <a:ext cx="9985800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Internship</a:t>
            </a:r>
            <a:endParaRPr lang="en-US" sz="2400" b="1" dirty="0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Branch/Section: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Name:</a:t>
            </a:r>
            <a:endParaRPr sz="2400" b="1" dirty="0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Organization/NGO Details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038907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dirty="0"/>
              <a:t>Name, Location, Duration, Mentor Name, Contact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8FB"/>
            </a:gs>
            <a:gs pos="74000">
              <a:srgbClr val="AEC5E1"/>
            </a:gs>
            <a:gs pos="83000">
              <a:srgbClr val="AEC5E1"/>
            </a:gs>
            <a:gs pos="100000">
              <a:srgbClr val="C8D8E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8627"/>
            <a:ext cx="10515600" cy="842963"/>
          </a:xfrm>
        </p:spPr>
        <p:txBody>
          <a:bodyPr anchor="ctr">
            <a:normAutofit/>
          </a:bodyPr>
          <a:lstStyle/>
          <a:p>
            <a:r>
              <a:rPr lang="en-US" sz="3100" dirty="0"/>
              <a:t>Objectives of the Internship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230293" cy="4351338"/>
          </a:xfrm>
        </p:spPr>
        <p:txBody>
          <a:bodyPr/>
          <a:lstStyle/>
          <a:p>
            <a:endParaRPr dirty="0"/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Description of Work Done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145233" cy="4351338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BF29-EA73-C356-B95F-48F0757E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5341-46B7-6A60-40C1-39B25176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Geo Tagged Photographs &amp; Video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B9005-4D55-40DB-B2A6-65A1C7226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145233" cy="4351338"/>
          </a:xfr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777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E27E-8E93-89D3-9E61-D0D0F4E3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4C8A-0843-4046-736F-EE161763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Learnings &amp; Contributions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DF6BE-77CD-67A5-264B-68705233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145233" cy="4351338"/>
          </a:xfr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6958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540E-8AFC-6298-2835-0F72D4FE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7F2C-E73B-318F-05A6-8DE2143C9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Faced &amp;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7E06F-EC96-8F3D-30E0-73846AA14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145233" cy="4351338"/>
          </a:xfr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716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4101-338A-48B0-22EB-D9329C98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Contribution or Project/product  for the society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FF04C-EB33-6BB7-4F80-925017D0C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57460" cy="4351338"/>
          </a:xfrm>
        </p:spPr>
        <p:txBody>
          <a:bodyPr/>
          <a:lstStyle/>
          <a:p>
            <a:r>
              <a:rPr lang="en-US" dirty="0"/>
              <a:t>Proposal</a:t>
            </a:r>
          </a:p>
          <a:p>
            <a:pPr lvl="1"/>
            <a:r>
              <a:rPr lang="en-US" dirty="0"/>
              <a:t>Project title</a:t>
            </a:r>
          </a:p>
          <a:p>
            <a:pPr lvl="1"/>
            <a:r>
              <a:rPr lang="en-US" dirty="0"/>
              <a:t>Technology stack</a:t>
            </a:r>
          </a:p>
          <a:p>
            <a:pPr lvl="1"/>
            <a:r>
              <a:rPr lang="en-US" dirty="0"/>
              <a:t>Project/project</a:t>
            </a:r>
          </a:p>
          <a:p>
            <a:pPr lvl="1"/>
            <a:r>
              <a:rPr lang="en-US" dirty="0"/>
              <a:t>Interdisciplinary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8CC0B-6E9A-7DC8-AC00-54B025034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9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2669-B4F7-0365-721B-C70C2DE9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39CF1-6DF5-4681-7F65-FF0DEDA7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0CC8B-8F46-D0DF-0F5B-62617F856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145233" cy="4351338"/>
          </a:xfr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6377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5F4D3-CF83-80E7-DCFF-B5E3860E67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B6059-23A7-E651-7A6B-C285E6A8E1E8}"/>
              </a:ext>
            </a:extLst>
          </p:cNvPr>
          <p:cNvSpPr txBox="1"/>
          <p:nvPr/>
        </p:nvSpPr>
        <p:spPr>
          <a:xfrm>
            <a:off x="3604437" y="2296633"/>
            <a:ext cx="6166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387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2007-2010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77</Words>
  <Application>Microsoft Office PowerPoint</Application>
  <PresentationFormat>Widescreen</PresentationFormat>
  <Paragraphs>27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Organization/NGO Details</vt:lpstr>
      <vt:lpstr>Objectives of the Internship</vt:lpstr>
      <vt:lpstr>Description of Work Done</vt:lpstr>
      <vt:lpstr>Geo Tagged Photographs &amp; Video Link</vt:lpstr>
      <vt:lpstr>Key Learnings &amp; Contributions</vt:lpstr>
      <vt:lpstr>Challenges Faced &amp; Solutions</vt:lpstr>
      <vt:lpstr>Technical Contribution or Project/product  for the society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Supriya Dubey</cp:lastModifiedBy>
  <cp:revision>2</cp:revision>
  <dcterms:created xsi:type="dcterms:W3CDTF">2024-04-27T07:35:29Z</dcterms:created>
  <dcterms:modified xsi:type="dcterms:W3CDTF">2025-08-08T08:20:10Z</dcterms:modified>
</cp:coreProperties>
</file>